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추가하기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0" y="1828800"/>
          <a:ext cx="5486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914400">
                <a:tc>
                  <a:txBody>
                    <a:bodyPr/>
                    <a:lstStyle/>
                    <a:p>
                      <a:pPr>
                        <a:defRPr sz="4000">
                          <a:solidFill>
                            <a:srgbClr val="FFFF00"/>
                          </a:solidFill>
                        </a:defRPr>
                      </a:pPr>
                      <a:r>
                        <a:t>열 이름1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열 이름2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1행 1열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1행 2열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2행 1열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2행 2열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