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상반기 판매량 변환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70</c:v>
                </c:pt>
                <c:pt idx="1">
                  <c:v>65</c:v>
                </c:pt>
                <c:pt idx="2">
                  <c:v>80</c:v>
                </c:pt>
                <c:pt idx="3">
                  <c:v>75</c:v>
                </c:pt>
                <c:pt idx="4">
                  <c:v>82</c:v>
                </c:pt>
                <c:pt idx="5">
                  <c:v>73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상반기 판매량 변환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40</c:v>
                </c:pt>
                <c:pt idx="1">
                  <c:v>48</c:v>
                </c:pt>
                <c:pt idx="2">
                  <c:v>45</c:v>
                </c:pt>
                <c:pt idx="3">
                  <c:v>42</c:v>
                </c:pt>
                <c:pt idx="4">
                  <c:v>34</c:v>
                </c:pt>
                <c:pt idx="5">
                  <c:v>37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상반기 판매량 변환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33</c:v>
                </c:pt>
                <c:pt idx="1">
                  <c:v>50</c:v>
                </c:pt>
                <c:pt idx="2">
                  <c:v>44</c:v>
                </c:pt>
                <c:pt idx="3">
                  <c:v>53</c:v>
                </c:pt>
                <c:pt idx="4">
                  <c:v>62</c:v>
                </c:pt>
                <c:pt idx="5">
                  <c:v>48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A제품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70</c:v>
                </c:pt>
                <c:pt idx="1">
                  <c:v>65</c:v>
                </c:pt>
                <c:pt idx="2">
                  <c:v>80</c:v>
                </c:pt>
                <c:pt idx="3">
                  <c:v>75</c:v>
                </c:pt>
                <c:pt idx="4">
                  <c:v>82</c:v>
                </c:pt>
                <c:pt idx="5">
                  <c:v>73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B제품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40</c:v>
                </c:pt>
                <c:pt idx="1">
                  <c:v>48</c:v>
                </c:pt>
                <c:pt idx="2">
                  <c:v>45</c:v>
                </c:pt>
                <c:pt idx="3">
                  <c:v>42</c:v>
                </c:pt>
                <c:pt idx="4">
                  <c:v>34</c:v>
                </c:pt>
                <c:pt idx="5">
                  <c:v>37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C제품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33</c:v>
                </c:pt>
                <c:pt idx="1">
                  <c:v>50</c:v>
                </c:pt>
                <c:pt idx="2">
                  <c:v>44</c:v>
                </c:pt>
                <c:pt idx="3">
                  <c:v>53</c:v>
                </c:pt>
                <c:pt idx="4">
                  <c:v>62</c:v>
                </c:pt>
                <c:pt idx="5">
                  <c:v>48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상반기 제품별 판매현황 분석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A제품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828800"/>
          <a:ext cx="30175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005840"/>
                <a:gridCol w="1005840"/>
              </a:tblGrid>
              <a:tr h="434340">
                <a:tc gridSpan="3">
                  <a:txBody>
                    <a:bodyPr/>
                    <a:lstStyle/>
                    <a:p>
                      <a:r>
                        <a:t>월별 판매 현황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r>
                        <a:t>판매월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판매량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판매금액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r>
                        <a:t>1월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140000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r>
                        <a:t>2월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130000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r>
                        <a:t>3월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160000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r>
                        <a:t>4월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150000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r>
                        <a:t>5월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164000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r>
                        <a:t>6월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146000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0" y="1645920"/>
          <a:ext cx="411480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B제품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828800"/>
          <a:ext cx="30175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005840"/>
                <a:gridCol w="1005840"/>
              </a:tblGrid>
              <a:tr h="434340">
                <a:tc gridSpan="3">
                  <a:txBody>
                    <a:bodyPr/>
                    <a:lstStyle/>
                    <a:p>
                      <a:r>
                        <a:t>월별 판매 현황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r>
                        <a:t>판매월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판매량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판매금액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r>
                        <a:t>1월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200000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r>
                        <a:t>2월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240000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r>
                        <a:t>3월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225000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r>
                        <a:t>4월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210000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r>
                        <a:t>5월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170000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r>
                        <a:t>6월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185000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0" y="1645920"/>
          <a:ext cx="411480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C제품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828800"/>
          <a:ext cx="30175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005840"/>
                <a:gridCol w="1005840"/>
              </a:tblGrid>
              <a:tr h="434340">
                <a:tc gridSpan="3">
                  <a:txBody>
                    <a:bodyPr/>
                    <a:lstStyle/>
                    <a:p>
                      <a:r>
                        <a:t>월별 판매 현황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r>
                        <a:t>판매월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판매량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판매금액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r>
                        <a:t>1월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99000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r>
                        <a:t>2월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150000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r>
                        <a:t>3월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132000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r>
                        <a:t>4월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159000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r>
                        <a:t>5월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186000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r>
                        <a:t>6월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144000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0" y="1645920"/>
          <a:ext cx="411480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제품별 판매 추이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828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