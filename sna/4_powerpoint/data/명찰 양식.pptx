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22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208DE7-DCA4-479C-A21B-32D47D74C191}"/>
              </a:ext>
            </a:extLst>
          </p:cNvPr>
          <p:cNvSpPr/>
          <p:nvPr userDrawn="1"/>
        </p:nvSpPr>
        <p:spPr>
          <a:xfrm>
            <a:off x="94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D26D7D-0C4B-447E-8965-BBD04407D9A2}"/>
              </a:ext>
            </a:extLst>
          </p:cNvPr>
          <p:cNvSpPr/>
          <p:nvPr userDrawn="1"/>
        </p:nvSpPr>
        <p:spPr>
          <a:xfrm>
            <a:off x="94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B20F8-F654-4253-8106-8B6D386BF6E0}"/>
              </a:ext>
            </a:extLst>
          </p:cNvPr>
          <p:cNvSpPr txBox="1"/>
          <p:nvPr userDrawn="1"/>
        </p:nvSpPr>
        <p:spPr>
          <a:xfrm>
            <a:off x="556975" y="740614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업무자동화 세미나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1AE660-2D5F-4286-91EF-406D63CB0708}"/>
              </a:ext>
            </a:extLst>
          </p:cNvPr>
          <p:cNvSpPr/>
          <p:nvPr userDrawn="1"/>
        </p:nvSpPr>
        <p:spPr>
          <a:xfrm>
            <a:off x="3523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9A6E04-9CBA-49B1-9615-EC968A04DCB4}"/>
              </a:ext>
            </a:extLst>
          </p:cNvPr>
          <p:cNvSpPr/>
          <p:nvPr userDrawn="1"/>
        </p:nvSpPr>
        <p:spPr>
          <a:xfrm>
            <a:off x="3523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389F9-0571-40A2-AD86-A64C957A63AB}"/>
              </a:ext>
            </a:extLst>
          </p:cNvPr>
          <p:cNvSpPr txBox="1"/>
          <p:nvPr userDrawn="1"/>
        </p:nvSpPr>
        <p:spPr>
          <a:xfrm>
            <a:off x="3933073" y="740614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4D5477-6143-40CD-9F24-472E8C762643}"/>
              </a:ext>
            </a:extLst>
          </p:cNvPr>
          <p:cNvSpPr/>
          <p:nvPr userDrawn="1"/>
        </p:nvSpPr>
        <p:spPr>
          <a:xfrm>
            <a:off x="94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40FC2C-2475-45B3-A60D-9D486B395262}"/>
              </a:ext>
            </a:extLst>
          </p:cNvPr>
          <p:cNvSpPr/>
          <p:nvPr userDrawn="1"/>
        </p:nvSpPr>
        <p:spPr>
          <a:xfrm>
            <a:off x="94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674A8-7292-4CE0-9712-F8C44FBAE44F}"/>
              </a:ext>
            </a:extLst>
          </p:cNvPr>
          <p:cNvSpPr txBox="1"/>
          <p:nvPr userDrawn="1"/>
        </p:nvSpPr>
        <p:spPr>
          <a:xfrm>
            <a:off x="504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08C8C3-A6F7-4EAB-9032-0F968410D7E9}"/>
              </a:ext>
            </a:extLst>
          </p:cNvPr>
          <p:cNvSpPr/>
          <p:nvPr userDrawn="1"/>
        </p:nvSpPr>
        <p:spPr>
          <a:xfrm>
            <a:off x="3523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E8FE28-88A0-40B2-A606-A8DCF3AA1A6D}"/>
              </a:ext>
            </a:extLst>
          </p:cNvPr>
          <p:cNvSpPr/>
          <p:nvPr userDrawn="1"/>
        </p:nvSpPr>
        <p:spPr>
          <a:xfrm>
            <a:off x="3523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14F15-F64C-4DC5-BD2E-45D0ACAA2AF7}"/>
              </a:ext>
            </a:extLst>
          </p:cNvPr>
          <p:cNvSpPr txBox="1"/>
          <p:nvPr userDrawn="1"/>
        </p:nvSpPr>
        <p:spPr>
          <a:xfrm>
            <a:off x="3933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CB00F21-A4BF-41DD-ACC8-5D730F20F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7198" y="3898021"/>
            <a:ext cx="677412" cy="64929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3F8E198-BAE7-46E9-B0DE-1556E3CE7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66198" y="3951635"/>
            <a:ext cx="677412" cy="64929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B4C265C-E74C-474D-9671-28DC41FAFB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3391" y="8698217"/>
            <a:ext cx="677412" cy="64929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1B3B754-D39B-4A55-831B-A21BB41F0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7197" y="8797747"/>
            <a:ext cx="677412" cy="649293"/>
          </a:xfrm>
          <a:prstGeom prst="rect">
            <a:avLst/>
          </a:prstGeom>
        </p:spPr>
      </p:pic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4A47EEC4-EE88-4D76-A433-6636482360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878" y="1943370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3C71E175-508D-4E24-B907-879F9BCA1A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44" y="2676468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  <p:sp>
        <p:nvSpPr>
          <p:cNvPr id="30" name="텍스트 개체 틀 26">
            <a:extLst>
              <a:ext uri="{FF2B5EF4-FFF2-40B4-BE49-F238E27FC236}">
                <a16:creationId xmlns:a16="http://schemas.microsoft.com/office/drawing/2014/main" id="{9360B25F-3466-47E7-B947-04E856202A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3262" y="1928153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31" name="텍스트 개체 틀 28">
            <a:extLst>
              <a:ext uri="{FF2B5EF4-FFF2-40B4-BE49-F238E27FC236}">
                <a16:creationId xmlns:a16="http://schemas.microsoft.com/office/drawing/2014/main" id="{7A2948FD-135C-45C9-AFAD-FF23AAB7F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3428" y="2661251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  <p:sp>
        <p:nvSpPr>
          <p:cNvPr id="34" name="텍스트 개체 틀 26">
            <a:extLst>
              <a:ext uri="{FF2B5EF4-FFF2-40B4-BE49-F238E27FC236}">
                <a16:creationId xmlns:a16="http://schemas.microsoft.com/office/drawing/2014/main" id="{FE7D1597-C6BC-4D97-AD46-91CB1958BC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924" y="6838263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35" name="텍스트 개체 틀 28">
            <a:extLst>
              <a:ext uri="{FF2B5EF4-FFF2-40B4-BE49-F238E27FC236}">
                <a16:creationId xmlns:a16="http://schemas.microsoft.com/office/drawing/2014/main" id="{67CFEDE3-5620-467A-A601-F55F46CC6E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090" y="7571361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  <p:sp>
        <p:nvSpPr>
          <p:cNvPr id="36" name="텍스트 개체 틀 26">
            <a:extLst>
              <a:ext uri="{FF2B5EF4-FFF2-40B4-BE49-F238E27FC236}">
                <a16:creationId xmlns:a16="http://schemas.microsoft.com/office/drawing/2014/main" id="{D58D15E9-4A67-4B2B-BBDA-0C6C8857D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3262" y="6864866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37" name="텍스트 개체 틀 28">
            <a:extLst>
              <a:ext uri="{FF2B5EF4-FFF2-40B4-BE49-F238E27FC236}">
                <a16:creationId xmlns:a16="http://schemas.microsoft.com/office/drawing/2014/main" id="{7EC98E69-4D38-4351-8D15-8855413AAC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3428" y="7597964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</p:spTree>
    <p:extLst>
      <p:ext uri="{BB962C8B-B14F-4D97-AF65-F5344CB8AC3E}">
        <p14:creationId xmlns:p14="http://schemas.microsoft.com/office/powerpoint/2010/main" val="215120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0D269-F00C-4980-AF68-FB6F799BE155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3CB34-3418-4BA6-B390-527F9BB15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4CEE3-C670-4874-A68F-4D6A55A1E5C4}"/>
              </a:ext>
            </a:extLst>
          </p:cNvPr>
          <p:cNvSpPr/>
          <p:nvPr/>
        </p:nvSpPr>
        <p:spPr>
          <a:xfrm>
            <a:off x="94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15D459-F801-4561-BFA4-940AEB7AF0DF}"/>
              </a:ext>
            </a:extLst>
          </p:cNvPr>
          <p:cNvSpPr/>
          <p:nvPr/>
        </p:nvSpPr>
        <p:spPr>
          <a:xfrm>
            <a:off x="94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52F2E-132E-4D76-A011-3BCFF356C782}"/>
              </a:ext>
            </a:extLst>
          </p:cNvPr>
          <p:cNvSpPr txBox="1"/>
          <p:nvPr/>
        </p:nvSpPr>
        <p:spPr>
          <a:xfrm>
            <a:off x="556975" y="740614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업무자동화 세미나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59438-C688-4ECA-BE9E-576C41582E0B}"/>
              </a:ext>
            </a:extLst>
          </p:cNvPr>
          <p:cNvSpPr txBox="1"/>
          <p:nvPr/>
        </p:nvSpPr>
        <p:spPr>
          <a:xfrm>
            <a:off x="1314391" y="19508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7CF343-DD61-4820-8FB5-92A7CCFFD29E}"/>
              </a:ext>
            </a:extLst>
          </p:cNvPr>
          <p:cNvSpPr txBox="1"/>
          <p:nvPr/>
        </p:nvSpPr>
        <p:spPr>
          <a:xfrm>
            <a:off x="304428" y="2595473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320088-85F7-4203-9DBD-9A48A40048BF}"/>
              </a:ext>
            </a:extLst>
          </p:cNvPr>
          <p:cNvSpPr/>
          <p:nvPr/>
        </p:nvSpPr>
        <p:spPr>
          <a:xfrm>
            <a:off x="3523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F45F71-EC54-42E4-A4D5-0340D3BBA793}"/>
              </a:ext>
            </a:extLst>
          </p:cNvPr>
          <p:cNvSpPr/>
          <p:nvPr/>
        </p:nvSpPr>
        <p:spPr>
          <a:xfrm>
            <a:off x="3523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5410A-5C46-495B-9046-666CC778D20A}"/>
              </a:ext>
            </a:extLst>
          </p:cNvPr>
          <p:cNvSpPr txBox="1"/>
          <p:nvPr/>
        </p:nvSpPr>
        <p:spPr>
          <a:xfrm>
            <a:off x="3933073" y="740614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2EDE07-E0E0-4990-8495-3589EAEE16A7}"/>
              </a:ext>
            </a:extLst>
          </p:cNvPr>
          <p:cNvSpPr txBox="1"/>
          <p:nvPr/>
        </p:nvSpPr>
        <p:spPr>
          <a:xfrm>
            <a:off x="4743391" y="19508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612EF8-A473-4113-A7E4-BFA2B5D2B82A}"/>
              </a:ext>
            </a:extLst>
          </p:cNvPr>
          <p:cNvSpPr txBox="1"/>
          <p:nvPr/>
        </p:nvSpPr>
        <p:spPr>
          <a:xfrm>
            <a:off x="3733428" y="2595473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01A37F-37D5-4F4A-975B-7FD74794194B}"/>
              </a:ext>
            </a:extLst>
          </p:cNvPr>
          <p:cNvSpPr/>
          <p:nvPr/>
        </p:nvSpPr>
        <p:spPr>
          <a:xfrm>
            <a:off x="94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0A0F41-4633-439D-A8D6-ACDCAB3708F9}"/>
              </a:ext>
            </a:extLst>
          </p:cNvPr>
          <p:cNvSpPr/>
          <p:nvPr/>
        </p:nvSpPr>
        <p:spPr>
          <a:xfrm>
            <a:off x="94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309247-570E-4033-916F-619D97F37143}"/>
              </a:ext>
            </a:extLst>
          </p:cNvPr>
          <p:cNvSpPr txBox="1"/>
          <p:nvPr/>
        </p:nvSpPr>
        <p:spPr>
          <a:xfrm>
            <a:off x="504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79AC25-D817-4DC5-8B44-BC7E3B6C65C3}"/>
              </a:ext>
            </a:extLst>
          </p:cNvPr>
          <p:cNvSpPr txBox="1"/>
          <p:nvPr/>
        </p:nvSpPr>
        <p:spPr>
          <a:xfrm>
            <a:off x="1314391" y="674491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6339AC-8844-46CE-B421-79386C8EC047}"/>
              </a:ext>
            </a:extLst>
          </p:cNvPr>
          <p:cNvSpPr txBox="1"/>
          <p:nvPr/>
        </p:nvSpPr>
        <p:spPr>
          <a:xfrm>
            <a:off x="304428" y="7389539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A7766A3-C801-4398-BA4C-119B2C8968C5}"/>
              </a:ext>
            </a:extLst>
          </p:cNvPr>
          <p:cNvSpPr/>
          <p:nvPr/>
        </p:nvSpPr>
        <p:spPr>
          <a:xfrm>
            <a:off x="3523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84B468-F723-455E-A44F-98D574854763}"/>
              </a:ext>
            </a:extLst>
          </p:cNvPr>
          <p:cNvSpPr/>
          <p:nvPr/>
        </p:nvSpPr>
        <p:spPr>
          <a:xfrm>
            <a:off x="3523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5F4625-9457-46DD-BC79-420117B32452}"/>
              </a:ext>
            </a:extLst>
          </p:cNvPr>
          <p:cNvSpPr txBox="1"/>
          <p:nvPr/>
        </p:nvSpPr>
        <p:spPr>
          <a:xfrm>
            <a:off x="3933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D74F28-7BDD-425D-9B83-071EA1BA45CB}"/>
              </a:ext>
            </a:extLst>
          </p:cNvPr>
          <p:cNvSpPr txBox="1"/>
          <p:nvPr/>
        </p:nvSpPr>
        <p:spPr>
          <a:xfrm>
            <a:off x="4743391" y="674491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4FE5C0-9732-40EC-B5A6-F64976209681}"/>
              </a:ext>
            </a:extLst>
          </p:cNvPr>
          <p:cNvSpPr txBox="1"/>
          <p:nvPr/>
        </p:nvSpPr>
        <p:spPr>
          <a:xfrm>
            <a:off x="3733428" y="7389539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544BB44-FA15-E566-E992-6D94076E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98" y="3898021"/>
            <a:ext cx="677412" cy="6492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99F52B9-F8D2-0FFB-D45B-4E0CF8C9B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98" y="3951635"/>
            <a:ext cx="677412" cy="6492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F2FB16-4992-342E-AB2A-C2EE9C9B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391" y="8698217"/>
            <a:ext cx="677412" cy="6492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A1AA20-534A-3DFB-E383-A7233C69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97" y="8797747"/>
            <a:ext cx="677412" cy="64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8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24</Words>
  <Application>Microsoft Office PowerPoint</Application>
  <PresentationFormat>A4 용지(210x297mm)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6701</dc:creator>
  <cp:lastModifiedBy>현주 이</cp:lastModifiedBy>
  <cp:revision>7</cp:revision>
  <dcterms:created xsi:type="dcterms:W3CDTF">2021-06-26T07:30:58Z</dcterms:created>
  <dcterms:modified xsi:type="dcterms:W3CDTF">2026-04-10T06:40:31Z</dcterms:modified>
</cp:coreProperties>
</file>