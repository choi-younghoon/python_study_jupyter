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C4F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1" d="100"/>
          <a:sy n="61" d="100"/>
        </p:scale>
        <p:origin x="2232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2208DE7-DCA4-479C-A21B-32D47D74C191}"/>
              </a:ext>
            </a:extLst>
          </p:cNvPr>
          <p:cNvSpPr/>
          <p:nvPr userDrawn="1"/>
        </p:nvSpPr>
        <p:spPr>
          <a:xfrm>
            <a:off x="94500" y="395967"/>
            <a:ext cx="3240000" cy="4320000"/>
          </a:xfrm>
          <a:prstGeom prst="rect">
            <a:avLst/>
          </a:prstGeom>
          <a:solidFill>
            <a:schemeClr val="bg1"/>
          </a:solidFill>
          <a:ln w="76200">
            <a:solidFill>
              <a:srgbClr val="1C4F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AD26D7D-0C4B-447E-8965-BBD04407D9A2}"/>
              </a:ext>
            </a:extLst>
          </p:cNvPr>
          <p:cNvSpPr/>
          <p:nvPr userDrawn="1"/>
        </p:nvSpPr>
        <p:spPr>
          <a:xfrm>
            <a:off x="94500" y="395967"/>
            <a:ext cx="3240000" cy="1025965"/>
          </a:xfrm>
          <a:prstGeom prst="rect">
            <a:avLst/>
          </a:prstGeom>
          <a:solidFill>
            <a:srgbClr val="1C4F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9B20F8-F654-4253-8106-8B6D386BF6E0}"/>
              </a:ext>
            </a:extLst>
          </p:cNvPr>
          <p:cNvSpPr txBox="1"/>
          <p:nvPr userDrawn="1"/>
        </p:nvSpPr>
        <p:spPr>
          <a:xfrm>
            <a:off x="556975" y="740614"/>
            <a:ext cx="23150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>
                <a:solidFill>
                  <a:schemeClr val="bg1"/>
                </a:solidFill>
              </a:rPr>
              <a:t>&lt;</a:t>
            </a:r>
            <a:r>
              <a:rPr lang="ko-KR" altLang="en-US" b="1" dirty="0">
                <a:solidFill>
                  <a:schemeClr val="bg1"/>
                </a:solidFill>
              </a:rPr>
              <a:t>업무자동화 세미나</a:t>
            </a:r>
            <a:r>
              <a:rPr lang="en-US" altLang="ko-KR" b="1" dirty="0">
                <a:solidFill>
                  <a:schemeClr val="bg1"/>
                </a:solidFill>
              </a:rPr>
              <a:t>&gt;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51AE660-2D5F-4286-91EF-406D63CB0708}"/>
              </a:ext>
            </a:extLst>
          </p:cNvPr>
          <p:cNvSpPr/>
          <p:nvPr userDrawn="1"/>
        </p:nvSpPr>
        <p:spPr>
          <a:xfrm>
            <a:off x="3523500" y="395967"/>
            <a:ext cx="3240000" cy="4320000"/>
          </a:xfrm>
          <a:prstGeom prst="rect">
            <a:avLst/>
          </a:prstGeom>
          <a:solidFill>
            <a:schemeClr val="bg1"/>
          </a:solidFill>
          <a:ln w="76200">
            <a:solidFill>
              <a:srgbClr val="1C4F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D9A6E04-9CBA-49B1-9615-EC968A04DCB4}"/>
              </a:ext>
            </a:extLst>
          </p:cNvPr>
          <p:cNvSpPr/>
          <p:nvPr userDrawn="1"/>
        </p:nvSpPr>
        <p:spPr>
          <a:xfrm>
            <a:off x="3523500" y="395967"/>
            <a:ext cx="3240000" cy="1025965"/>
          </a:xfrm>
          <a:prstGeom prst="rect">
            <a:avLst/>
          </a:prstGeom>
          <a:solidFill>
            <a:srgbClr val="1C4F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E389F9-0571-40A2-AD86-A64C957A63AB}"/>
              </a:ext>
            </a:extLst>
          </p:cNvPr>
          <p:cNvSpPr txBox="1"/>
          <p:nvPr userDrawn="1"/>
        </p:nvSpPr>
        <p:spPr>
          <a:xfrm>
            <a:off x="3933073" y="740614"/>
            <a:ext cx="24208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>
                <a:solidFill>
                  <a:schemeClr val="bg1"/>
                </a:solidFill>
              </a:rPr>
              <a:t>&lt;</a:t>
            </a:r>
            <a:r>
              <a:rPr lang="ko-KR" altLang="en-US" b="1" dirty="0">
                <a:solidFill>
                  <a:schemeClr val="bg1"/>
                </a:solidFill>
              </a:rPr>
              <a:t> 업무자동화 세미나 </a:t>
            </a:r>
            <a:r>
              <a:rPr lang="en-US" altLang="ko-KR" b="1" dirty="0">
                <a:solidFill>
                  <a:schemeClr val="bg1"/>
                </a:solidFill>
              </a:rPr>
              <a:t>&gt;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74D5477-6143-40CD-9F24-472E8C762643}"/>
              </a:ext>
            </a:extLst>
          </p:cNvPr>
          <p:cNvSpPr/>
          <p:nvPr userDrawn="1"/>
        </p:nvSpPr>
        <p:spPr>
          <a:xfrm>
            <a:off x="94500" y="5190033"/>
            <a:ext cx="3240000" cy="4320000"/>
          </a:xfrm>
          <a:prstGeom prst="rect">
            <a:avLst/>
          </a:prstGeom>
          <a:solidFill>
            <a:schemeClr val="bg1"/>
          </a:solidFill>
          <a:ln w="76200">
            <a:solidFill>
              <a:srgbClr val="1C4F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740FC2C-2475-45B3-A60D-9D486B395262}"/>
              </a:ext>
            </a:extLst>
          </p:cNvPr>
          <p:cNvSpPr/>
          <p:nvPr userDrawn="1"/>
        </p:nvSpPr>
        <p:spPr>
          <a:xfrm>
            <a:off x="94500" y="5190033"/>
            <a:ext cx="3240000" cy="1025965"/>
          </a:xfrm>
          <a:prstGeom prst="rect">
            <a:avLst/>
          </a:prstGeom>
          <a:solidFill>
            <a:srgbClr val="1C4F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2674A8-7292-4CE0-9712-F8C44FBAE44F}"/>
              </a:ext>
            </a:extLst>
          </p:cNvPr>
          <p:cNvSpPr txBox="1"/>
          <p:nvPr userDrawn="1"/>
        </p:nvSpPr>
        <p:spPr>
          <a:xfrm>
            <a:off x="504073" y="5534680"/>
            <a:ext cx="24208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>
                <a:solidFill>
                  <a:schemeClr val="bg1"/>
                </a:solidFill>
              </a:rPr>
              <a:t>&lt;</a:t>
            </a:r>
            <a:r>
              <a:rPr lang="ko-KR" altLang="en-US" b="1" dirty="0">
                <a:solidFill>
                  <a:schemeClr val="bg1"/>
                </a:solidFill>
              </a:rPr>
              <a:t> 업무자동화 세미나 </a:t>
            </a:r>
            <a:r>
              <a:rPr lang="en-US" altLang="ko-KR" b="1" dirty="0">
                <a:solidFill>
                  <a:schemeClr val="bg1"/>
                </a:solidFill>
              </a:rPr>
              <a:t>&gt;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808C8C3-A6F7-4EAB-9032-0F968410D7E9}"/>
              </a:ext>
            </a:extLst>
          </p:cNvPr>
          <p:cNvSpPr/>
          <p:nvPr userDrawn="1"/>
        </p:nvSpPr>
        <p:spPr>
          <a:xfrm>
            <a:off x="3523500" y="5190033"/>
            <a:ext cx="3240000" cy="4320000"/>
          </a:xfrm>
          <a:prstGeom prst="rect">
            <a:avLst/>
          </a:prstGeom>
          <a:solidFill>
            <a:schemeClr val="bg1"/>
          </a:solidFill>
          <a:ln w="76200">
            <a:solidFill>
              <a:srgbClr val="1C4F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0E8FE28-88A0-40B2-A606-A8DCF3AA1A6D}"/>
              </a:ext>
            </a:extLst>
          </p:cNvPr>
          <p:cNvSpPr/>
          <p:nvPr userDrawn="1"/>
        </p:nvSpPr>
        <p:spPr>
          <a:xfrm>
            <a:off x="3523500" y="5190033"/>
            <a:ext cx="3240000" cy="1025965"/>
          </a:xfrm>
          <a:prstGeom prst="rect">
            <a:avLst/>
          </a:prstGeom>
          <a:solidFill>
            <a:srgbClr val="1C4F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6514F15-F64C-4DC5-BD2E-45D0ACAA2AF7}"/>
              </a:ext>
            </a:extLst>
          </p:cNvPr>
          <p:cNvSpPr txBox="1"/>
          <p:nvPr userDrawn="1"/>
        </p:nvSpPr>
        <p:spPr>
          <a:xfrm>
            <a:off x="3933073" y="5534680"/>
            <a:ext cx="24208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>
                <a:solidFill>
                  <a:schemeClr val="bg1"/>
                </a:solidFill>
              </a:rPr>
              <a:t>&lt;</a:t>
            </a:r>
            <a:r>
              <a:rPr lang="ko-KR" altLang="en-US" b="1" dirty="0">
                <a:solidFill>
                  <a:schemeClr val="bg1"/>
                </a:solidFill>
              </a:rPr>
              <a:t> 업무자동화 세미나 </a:t>
            </a:r>
            <a:r>
              <a:rPr lang="en-US" altLang="ko-KR" b="1" dirty="0">
                <a:solidFill>
                  <a:schemeClr val="bg1"/>
                </a:solidFill>
              </a:rPr>
              <a:t>&gt;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DCB00F21-A4BF-41DD-ACC8-5D730F20FA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437198" y="3898021"/>
            <a:ext cx="677412" cy="649293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33F8E198-BAE7-46E9-B0DE-1556E3CE796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866198" y="3951635"/>
            <a:ext cx="677412" cy="649293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0B4C265C-E74C-474D-9671-28DC41FAFB7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743391" y="8698217"/>
            <a:ext cx="677412" cy="649293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F1B3B754-D39B-4A55-831B-A21BB41F058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437197" y="8797747"/>
            <a:ext cx="677412" cy="649293"/>
          </a:xfrm>
          <a:prstGeom prst="rect">
            <a:avLst/>
          </a:prstGeom>
        </p:spPr>
      </p:pic>
      <p:sp>
        <p:nvSpPr>
          <p:cNvPr id="27" name="텍스트 개체 틀 26">
            <a:extLst>
              <a:ext uri="{FF2B5EF4-FFF2-40B4-BE49-F238E27FC236}">
                <a16:creationId xmlns:a16="http://schemas.microsoft.com/office/drawing/2014/main" id="{4A47EEC4-EE88-4D76-A433-6636482360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5878" y="1943370"/>
            <a:ext cx="2020050" cy="350224"/>
          </a:xfrm>
        </p:spPr>
        <p:txBody>
          <a:bodyPr>
            <a:noAutofit/>
          </a:bodyPr>
          <a:lstStyle>
            <a:lvl1pPr marL="0" indent="0" algn="ctr" defTabSz="457200" rtl="0" eaLnBrk="1" latinLnBrk="0" hangingPunct="1">
              <a:buNone/>
              <a:defRPr lang="ko-KR" altLang="en-US" sz="2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ctr" defTabSz="457200" rtl="0" eaLnBrk="1" latinLnBrk="0" hangingPunct="1">
              <a:buNone/>
              <a:defRPr lang="ko-KR" altLang="en-US" sz="2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ctr" defTabSz="457200" rtl="0" eaLnBrk="1" latinLnBrk="0" hangingPunct="1">
              <a:buNone/>
              <a:defRPr lang="ko-KR" altLang="en-US" sz="2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ctr" defTabSz="457200" rtl="0" eaLnBrk="1" latinLnBrk="0" hangingPunct="1">
              <a:buNone/>
              <a:defRPr lang="ko-KR" altLang="en-US" sz="2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ctr" defTabSz="457200" rtl="0" eaLnBrk="1" latinLnBrk="0" hangingPunct="1">
              <a:buNone/>
              <a:defRPr lang="ko-KR" altLang="en-US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ko-KR" altLang="en-US"/>
              <a:t>소속</a:t>
            </a:r>
          </a:p>
        </p:txBody>
      </p:sp>
      <p:sp>
        <p:nvSpPr>
          <p:cNvPr id="29" name="텍스트 개체 틀 28">
            <a:extLst>
              <a:ext uri="{FF2B5EF4-FFF2-40B4-BE49-F238E27FC236}">
                <a16:creationId xmlns:a16="http://schemas.microsoft.com/office/drawing/2014/main" id="{3C71E175-508D-4E24-B907-879F9BCA1A4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44" y="2676468"/>
            <a:ext cx="2779717" cy="914400"/>
          </a:xfrm>
        </p:spPr>
        <p:txBody>
          <a:bodyPr>
            <a:noAutofit/>
          </a:bodyPr>
          <a:lstStyle>
            <a:lvl1pPr marL="0" indent="0" algn="dist" defTabSz="457200" rtl="0" eaLnBrk="1" latinLnBrk="0" hangingPunct="1">
              <a:buNone/>
              <a:defRPr lang="ko-KR" altLang="en-US" sz="60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dist" defTabSz="457200" rtl="0" eaLnBrk="1" latinLnBrk="0" hangingPunct="1">
              <a:buNone/>
              <a:defRPr lang="ko-KR" altLang="en-US" sz="60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dist" defTabSz="457200" rtl="0" eaLnBrk="1" latinLnBrk="0" hangingPunct="1">
              <a:buNone/>
              <a:defRPr lang="ko-KR" altLang="en-US" sz="60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dist" defTabSz="457200" rtl="0" eaLnBrk="1" latinLnBrk="0" hangingPunct="1">
              <a:buNone/>
              <a:defRPr lang="ko-KR" altLang="en-US" sz="60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dist" defTabSz="457200" rtl="0" eaLnBrk="1" latinLnBrk="0" hangingPunct="1">
              <a:buNone/>
              <a:defRPr lang="ko-KR" altLang="en-US" sz="6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ko-KR" altLang="en-US"/>
              <a:t>이   름</a:t>
            </a:r>
          </a:p>
        </p:txBody>
      </p:sp>
      <p:sp>
        <p:nvSpPr>
          <p:cNvPr id="30" name="텍스트 개체 틀 26">
            <a:extLst>
              <a:ext uri="{FF2B5EF4-FFF2-40B4-BE49-F238E27FC236}">
                <a16:creationId xmlns:a16="http://schemas.microsoft.com/office/drawing/2014/main" id="{9360B25F-3466-47E7-B947-04E856202A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13262" y="1928153"/>
            <a:ext cx="2020050" cy="350224"/>
          </a:xfrm>
        </p:spPr>
        <p:txBody>
          <a:bodyPr>
            <a:noAutofit/>
          </a:bodyPr>
          <a:lstStyle>
            <a:lvl1pPr marL="0" indent="0" algn="ctr" defTabSz="457200" rtl="0" eaLnBrk="1" latinLnBrk="0" hangingPunct="1">
              <a:buNone/>
              <a:defRPr lang="ko-KR" altLang="en-US" sz="2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ctr" defTabSz="457200" rtl="0" eaLnBrk="1" latinLnBrk="0" hangingPunct="1">
              <a:buNone/>
              <a:defRPr lang="ko-KR" altLang="en-US" sz="2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ctr" defTabSz="457200" rtl="0" eaLnBrk="1" latinLnBrk="0" hangingPunct="1">
              <a:buNone/>
              <a:defRPr lang="ko-KR" altLang="en-US" sz="2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ctr" defTabSz="457200" rtl="0" eaLnBrk="1" latinLnBrk="0" hangingPunct="1">
              <a:buNone/>
              <a:defRPr lang="ko-KR" altLang="en-US" sz="2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ctr" defTabSz="457200" rtl="0" eaLnBrk="1" latinLnBrk="0" hangingPunct="1">
              <a:buNone/>
              <a:defRPr lang="ko-KR" altLang="en-US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ko-KR" altLang="en-US"/>
              <a:t>소속</a:t>
            </a:r>
          </a:p>
        </p:txBody>
      </p:sp>
      <p:sp>
        <p:nvSpPr>
          <p:cNvPr id="31" name="텍스트 개체 틀 28">
            <a:extLst>
              <a:ext uri="{FF2B5EF4-FFF2-40B4-BE49-F238E27FC236}">
                <a16:creationId xmlns:a16="http://schemas.microsoft.com/office/drawing/2014/main" id="{7A2948FD-135C-45C9-AFAD-FF23AAB7F41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33428" y="2661251"/>
            <a:ext cx="2779717" cy="914400"/>
          </a:xfrm>
        </p:spPr>
        <p:txBody>
          <a:bodyPr>
            <a:noAutofit/>
          </a:bodyPr>
          <a:lstStyle>
            <a:lvl1pPr marL="0" indent="0" algn="dist" defTabSz="457200" rtl="0" eaLnBrk="1" latinLnBrk="0" hangingPunct="1">
              <a:buNone/>
              <a:defRPr lang="ko-KR" altLang="en-US" sz="60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dist" defTabSz="457200" rtl="0" eaLnBrk="1" latinLnBrk="0" hangingPunct="1">
              <a:buNone/>
              <a:defRPr lang="ko-KR" altLang="en-US" sz="60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dist" defTabSz="457200" rtl="0" eaLnBrk="1" latinLnBrk="0" hangingPunct="1">
              <a:buNone/>
              <a:defRPr lang="ko-KR" altLang="en-US" sz="60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dist" defTabSz="457200" rtl="0" eaLnBrk="1" latinLnBrk="0" hangingPunct="1">
              <a:buNone/>
              <a:defRPr lang="ko-KR" altLang="en-US" sz="60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dist" defTabSz="457200" rtl="0" eaLnBrk="1" latinLnBrk="0" hangingPunct="1">
              <a:buNone/>
              <a:defRPr lang="ko-KR" altLang="en-US" sz="6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ko-KR" altLang="en-US"/>
              <a:t>이   름</a:t>
            </a:r>
          </a:p>
        </p:txBody>
      </p:sp>
      <p:sp>
        <p:nvSpPr>
          <p:cNvPr id="34" name="텍스트 개체 틀 26">
            <a:extLst>
              <a:ext uri="{FF2B5EF4-FFF2-40B4-BE49-F238E27FC236}">
                <a16:creationId xmlns:a16="http://schemas.microsoft.com/office/drawing/2014/main" id="{FE7D1597-C6BC-4D97-AD46-91CB1958BC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6924" y="6838263"/>
            <a:ext cx="2020050" cy="350224"/>
          </a:xfrm>
        </p:spPr>
        <p:txBody>
          <a:bodyPr>
            <a:noAutofit/>
          </a:bodyPr>
          <a:lstStyle>
            <a:lvl1pPr marL="0" indent="0" algn="ctr" defTabSz="457200" rtl="0" eaLnBrk="1" latinLnBrk="0" hangingPunct="1">
              <a:buNone/>
              <a:defRPr lang="ko-KR" altLang="en-US" sz="2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ctr" defTabSz="457200" rtl="0" eaLnBrk="1" latinLnBrk="0" hangingPunct="1">
              <a:buNone/>
              <a:defRPr lang="ko-KR" altLang="en-US" sz="2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ctr" defTabSz="457200" rtl="0" eaLnBrk="1" latinLnBrk="0" hangingPunct="1">
              <a:buNone/>
              <a:defRPr lang="ko-KR" altLang="en-US" sz="2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ctr" defTabSz="457200" rtl="0" eaLnBrk="1" latinLnBrk="0" hangingPunct="1">
              <a:buNone/>
              <a:defRPr lang="ko-KR" altLang="en-US" sz="2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ctr" defTabSz="457200" rtl="0" eaLnBrk="1" latinLnBrk="0" hangingPunct="1">
              <a:buNone/>
              <a:defRPr lang="ko-KR" altLang="en-US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ko-KR" altLang="en-US"/>
              <a:t>소속</a:t>
            </a:r>
          </a:p>
        </p:txBody>
      </p:sp>
      <p:sp>
        <p:nvSpPr>
          <p:cNvPr id="35" name="텍스트 개체 틀 28">
            <a:extLst>
              <a:ext uri="{FF2B5EF4-FFF2-40B4-BE49-F238E27FC236}">
                <a16:creationId xmlns:a16="http://schemas.microsoft.com/office/drawing/2014/main" id="{67CFEDE3-5620-467A-A601-F55F46CC6E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7090" y="7571361"/>
            <a:ext cx="2779717" cy="914400"/>
          </a:xfrm>
        </p:spPr>
        <p:txBody>
          <a:bodyPr>
            <a:noAutofit/>
          </a:bodyPr>
          <a:lstStyle>
            <a:lvl1pPr marL="0" indent="0" algn="dist" defTabSz="457200" rtl="0" eaLnBrk="1" latinLnBrk="0" hangingPunct="1">
              <a:buNone/>
              <a:defRPr lang="ko-KR" altLang="en-US" sz="60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dist" defTabSz="457200" rtl="0" eaLnBrk="1" latinLnBrk="0" hangingPunct="1">
              <a:buNone/>
              <a:defRPr lang="ko-KR" altLang="en-US" sz="60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dist" defTabSz="457200" rtl="0" eaLnBrk="1" latinLnBrk="0" hangingPunct="1">
              <a:buNone/>
              <a:defRPr lang="ko-KR" altLang="en-US" sz="60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dist" defTabSz="457200" rtl="0" eaLnBrk="1" latinLnBrk="0" hangingPunct="1">
              <a:buNone/>
              <a:defRPr lang="ko-KR" altLang="en-US" sz="60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dist" defTabSz="457200" rtl="0" eaLnBrk="1" latinLnBrk="0" hangingPunct="1">
              <a:buNone/>
              <a:defRPr lang="ko-KR" altLang="en-US" sz="6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ko-KR" altLang="en-US"/>
              <a:t>이   름</a:t>
            </a:r>
          </a:p>
        </p:txBody>
      </p:sp>
      <p:sp>
        <p:nvSpPr>
          <p:cNvPr id="36" name="텍스트 개체 틀 26">
            <a:extLst>
              <a:ext uri="{FF2B5EF4-FFF2-40B4-BE49-F238E27FC236}">
                <a16:creationId xmlns:a16="http://schemas.microsoft.com/office/drawing/2014/main" id="{D58D15E9-4A67-4B2B-BBDA-0C6C8857DBE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13262" y="6864866"/>
            <a:ext cx="2020050" cy="350224"/>
          </a:xfrm>
        </p:spPr>
        <p:txBody>
          <a:bodyPr>
            <a:noAutofit/>
          </a:bodyPr>
          <a:lstStyle>
            <a:lvl1pPr marL="0" indent="0" algn="ctr" defTabSz="457200" rtl="0" eaLnBrk="1" latinLnBrk="0" hangingPunct="1">
              <a:buNone/>
              <a:defRPr lang="ko-KR" altLang="en-US" sz="2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ctr" defTabSz="457200" rtl="0" eaLnBrk="1" latinLnBrk="0" hangingPunct="1">
              <a:buNone/>
              <a:defRPr lang="ko-KR" altLang="en-US" sz="2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ctr" defTabSz="457200" rtl="0" eaLnBrk="1" latinLnBrk="0" hangingPunct="1">
              <a:buNone/>
              <a:defRPr lang="ko-KR" altLang="en-US" sz="2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ctr" defTabSz="457200" rtl="0" eaLnBrk="1" latinLnBrk="0" hangingPunct="1">
              <a:buNone/>
              <a:defRPr lang="ko-KR" altLang="en-US" sz="2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ctr" defTabSz="457200" rtl="0" eaLnBrk="1" latinLnBrk="0" hangingPunct="1">
              <a:buNone/>
              <a:defRPr lang="ko-KR" altLang="en-US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ko-KR" altLang="en-US"/>
              <a:t>소속</a:t>
            </a:r>
          </a:p>
        </p:txBody>
      </p:sp>
      <p:sp>
        <p:nvSpPr>
          <p:cNvPr id="37" name="텍스트 개체 틀 28">
            <a:extLst>
              <a:ext uri="{FF2B5EF4-FFF2-40B4-BE49-F238E27FC236}">
                <a16:creationId xmlns:a16="http://schemas.microsoft.com/office/drawing/2014/main" id="{7EC98E69-4D38-4351-8D15-8855413AAC8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733428" y="7597964"/>
            <a:ext cx="2779717" cy="914400"/>
          </a:xfrm>
        </p:spPr>
        <p:txBody>
          <a:bodyPr>
            <a:noAutofit/>
          </a:bodyPr>
          <a:lstStyle>
            <a:lvl1pPr marL="0" indent="0" algn="dist" defTabSz="457200" rtl="0" eaLnBrk="1" latinLnBrk="0" hangingPunct="1">
              <a:buNone/>
              <a:defRPr lang="ko-KR" altLang="en-US" sz="60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dist" defTabSz="457200" rtl="0" eaLnBrk="1" latinLnBrk="0" hangingPunct="1">
              <a:buNone/>
              <a:defRPr lang="ko-KR" altLang="en-US" sz="60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dist" defTabSz="457200" rtl="0" eaLnBrk="1" latinLnBrk="0" hangingPunct="1">
              <a:buNone/>
              <a:defRPr lang="ko-KR" altLang="en-US" sz="60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dist" defTabSz="457200" rtl="0" eaLnBrk="1" latinLnBrk="0" hangingPunct="1">
              <a:buNone/>
              <a:defRPr lang="ko-KR" altLang="en-US" sz="60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dist" defTabSz="457200" rtl="0" eaLnBrk="1" latinLnBrk="0" hangingPunct="1">
              <a:buNone/>
              <a:defRPr lang="ko-KR" altLang="en-US" sz="6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ko-KR" altLang="en-US"/>
              <a:t>이   름</a:t>
            </a:r>
          </a:p>
        </p:txBody>
      </p:sp>
    </p:spTree>
    <p:extLst>
      <p:ext uri="{BB962C8B-B14F-4D97-AF65-F5344CB8AC3E}">
        <p14:creationId xmlns:p14="http://schemas.microsoft.com/office/powerpoint/2010/main" val="215120544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90D269-F00C-4980-AF68-FB6F799BE155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F3CB34-3418-4BA6-B390-527F9BB158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5220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7654CEE3-C670-4874-A68F-4D6A55A1E5C4}"/>
              </a:ext>
            </a:extLst>
          </p:cNvPr>
          <p:cNvSpPr/>
          <p:nvPr/>
        </p:nvSpPr>
        <p:spPr>
          <a:xfrm>
            <a:off x="94500" y="395967"/>
            <a:ext cx="3240000" cy="4320000"/>
          </a:xfrm>
          <a:prstGeom prst="rect">
            <a:avLst/>
          </a:prstGeom>
          <a:solidFill>
            <a:schemeClr val="bg1"/>
          </a:solidFill>
          <a:ln w="76200">
            <a:solidFill>
              <a:srgbClr val="1C4F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415D459-F801-4561-BFA4-940AEB7AF0DF}"/>
              </a:ext>
            </a:extLst>
          </p:cNvPr>
          <p:cNvSpPr/>
          <p:nvPr/>
        </p:nvSpPr>
        <p:spPr>
          <a:xfrm>
            <a:off x="94500" y="395967"/>
            <a:ext cx="3240000" cy="1025965"/>
          </a:xfrm>
          <a:prstGeom prst="rect">
            <a:avLst/>
          </a:prstGeom>
          <a:solidFill>
            <a:srgbClr val="1C4F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5C52F2E-132E-4D76-A011-3BCFF356C782}"/>
              </a:ext>
            </a:extLst>
          </p:cNvPr>
          <p:cNvSpPr txBox="1"/>
          <p:nvPr/>
        </p:nvSpPr>
        <p:spPr>
          <a:xfrm>
            <a:off x="556975" y="740614"/>
            <a:ext cx="23150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>
                <a:solidFill>
                  <a:schemeClr val="bg1"/>
                </a:solidFill>
              </a:rPr>
              <a:t>&lt;</a:t>
            </a:r>
            <a:r>
              <a:rPr lang="ko-KR" altLang="en-US" b="1" dirty="0">
                <a:solidFill>
                  <a:schemeClr val="bg1"/>
                </a:solidFill>
              </a:rPr>
              <a:t>업무자동화 세미나</a:t>
            </a:r>
            <a:r>
              <a:rPr lang="en-US" altLang="ko-KR" b="1" dirty="0">
                <a:solidFill>
                  <a:schemeClr val="bg1"/>
                </a:solidFill>
              </a:rPr>
              <a:t>&gt;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5259438-C688-4ECA-BE9E-576C41582E0B}"/>
              </a:ext>
            </a:extLst>
          </p:cNvPr>
          <p:cNvSpPr txBox="1"/>
          <p:nvPr/>
        </p:nvSpPr>
        <p:spPr>
          <a:xfrm>
            <a:off x="1314391" y="1950849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b="1" dirty="0"/>
              <a:t>소속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F7CF343-DD61-4820-8FB5-92A7CCFFD29E}"/>
              </a:ext>
            </a:extLst>
          </p:cNvPr>
          <p:cNvSpPr txBox="1"/>
          <p:nvPr/>
        </p:nvSpPr>
        <p:spPr>
          <a:xfrm>
            <a:off x="304428" y="2595473"/>
            <a:ext cx="282014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ko-KR" altLang="en-US" sz="6000" b="1" dirty="0"/>
              <a:t>이름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A320088-85F7-4203-9DBD-9A48A40048BF}"/>
              </a:ext>
            </a:extLst>
          </p:cNvPr>
          <p:cNvSpPr/>
          <p:nvPr/>
        </p:nvSpPr>
        <p:spPr>
          <a:xfrm>
            <a:off x="3523500" y="395967"/>
            <a:ext cx="3240000" cy="4320000"/>
          </a:xfrm>
          <a:prstGeom prst="rect">
            <a:avLst/>
          </a:prstGeom>
          <a:solidFill>
            <a:schemeClr val="bg1"/>
          </a:solidFill>
          <a:ln w="76200">
            <a:solidFill>
              <a:srgbClr val="1C4F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6F45F71-EC54-42E4-A4D5-0340D3BBA793}"/>
              </a:ext>
            </a:extLst>
          </p:cNvPr>
          <p:cNvSpPr/>
          <p:nvPr/>
        </p:nvSpPr>
        <p:spPr>
          <a:xfrm>
            <a:off x="3523500" y="395967"/>
            <a:ext cx="3240000" cy="1025965"/>
          </a:xfrm>
          <a:prstGeom prst="rect">
            <a:avLst/>
          </a:prstGeom>
          <a:solidFill>
            <a:srgbClr val="1C4F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C15410A-5C46-495B-9046-666CC778D20A}"/>
              </a:ext>
            </a:extLst>
          </p:cNvPr>
          <p:cNvSpPr txBox="1"/>
          <p:nvPr/>
        </p:nvSpPr>
        <p:spPr>
          <a:xfrm>
            <a:off x="3933073" y="740614"/>
            <a:ext cx="24208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>
                <a:solidFill>
                  <a:schemeClr val="bg1"/>
                </a:solidFill>
              </a:rPr>
              <a:t>&lt;</a:t>
            </a:r>
            <a:r>
              <a:rPr lang="ko-KR" altLang="en-US" b="1" dirty="0">
                <a:solidFill>
                  <a:schemeClr val="bg1"/>
                </a:solidFill>
              </a:rPr>
              <a:t> 업무자동화 세미나 </a:t>
            </a:r>
            <a:r>
              <a:rPr lang="en-US" altLang="ko-KR" b="1" dirty="0">
                <a:solidFill>
                  <a:schemeClr val="bg1"/>
                </a:solidFill>
              </a:rPr>
              <a:t>&gt;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42EDE07-E0E0-4990-8495-3589EAEE16A7}"/>
              </a:ext>
            </a:extLst>
          </p:cNvPr>
          <p:cNvSpPr txBox="1"/>
          <p:nvPr/>
        </p:nvSpPr>
        <p:spPr>
          <a:xfrm>
            <a:off x="4743391" y="1950849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b="1" dirty="0"/>
              <a:t>소속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C612EF8-A473-4113-A7E4-BFA2B5D2B82A}"/>
              </a:ext>
            </a:extLst>
          </p:cNvPr>
          <p:cNvSpPr txBox="1"/>
          <p:nvPr/>
        </p:nvSpPr>
        <p:spPr>
          <a:xfrm>
            <a:off x="3733428" y="2595473"/>
            <a:ext cx="282014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ko-KR" altLang="en-US" sz="6000" b="1" dirty="0"/>
              <a:t>이름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A01A37F-37D5-4F4A-975B-7FD74794194B}"/>
              </a:ext>
            </a:extLst>
          </p:cNvPr>
          <p:cNvSpPr/>
          <p:nvPr/>
        </p:nvSpPr>
        <p:spPr>
          <a:xfrm>
            <a:off x="94500" y="5190033"/>
            <a:ext cx="3240000" cy="4320000"/>
          </a:xfrm>
          <a:prstGeom prst="rect">
            <a:avLst/>
          </a:prstGeom>
          <a:solidFill>
            <a:schemeClr val="bg1"/>
          </a:solidFill>
          <a:ln w="76200">
            <a:solidFill>
              <a:srgbClr val="1C4F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930A0F41-4633-439D-A8D6-ACDCAB3708F9}"/>
              </a:ext>
            </a:extLst>
          </p:cNvPr>
          <p:cNvSpPr/>
          <p:nvPr/>
        </p:nvSpPr>
        <p:spPr>
          <a:xfrm>
            <a:off x="94500" y="5190033"/>
            <a:ext cx="3240000" cy="1025965"/>
          </a:xfrm>
          <a:prstGeom prst="rect">
            <a:avLst/>
          </a:prstGeom>
          <a:solidFill>
            <a:srgbClr val="1C4F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1309247-570E-4033-916F-619D97F37143}"/>
              </a:ext>
            </a:extLst>
          </p:cNvPr>
          <p:cNvSpPr txBox="1"/>
          <p:nvPr/>
        </p:nvSpPr>
        <p:spPr>
          <a:xfrm>
            <a:off x="504073" y="5534680"/>
            <a:ext cx="24208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>
                <a:solidFill>
                  <a:schemeClr val="bg1"/>
                </a:solidFill>
              </a:rPr>
              <a:t>&lt;</a:t>
            </a:r>
            <a:r>
              <a:rPr lang="ko-KR" altLang="en-US" b="1" dirty="0">
                <a:solidFill>
                  <a:schemeClr val="bg1"/>
                </a:solidFill>
              </a:rPr>
              <a:t> 업무자동화 세미나 </a:t>
            </a:r>
            <a:r>
              <a:rPr lang="en-US" altLang="ko-KR" b="1" dirty="0">
                <a:solidFill>
                  <a:schemeClr val="bg1"/>
                </a:solidFill>
              </a:rPr>
              <a:t>&gt;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879AC25-D817-4DC5-8B44-BC7E3B6C65C3}"/>
              </a:ext>
            </a:extLst>
          </p:cNvPr>
          <p:cNvSpPr txBox="1"/>
          <p:nvPr/>
        </p:nvSpPr>
        <p:spPr>
          <a:xfrm>
            <a:off x="1314391" y="6744915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b="1" dirty="0"/>
              <a:t>소속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86339AC-8844-46CE-B421-79386C8EC047}"/>
              </a:ext>
            </a:extLst>
          </p:cNvPr>
          <p:cNvSpPr txBox="1"/>
          <p:nvPr/>
        </p:nvSpPr>
        <p:spPr>
          <a:xfrm>
            <a:off x="304428" y="7389539"/>
            <a:ext cx="282014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ko-KR" altLang="en-US" sz="6000" b="1" dirty="0"/>
              <a:t>이름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7A7766A3-C801-4398-BA4C-119B2C8968C5}"/>
              </a:ext>
            </a:extLst>
          </p:cNvPr>
          <p:cNvSpPr/>
          <p:nvPr/>
        </p:nvSpPr>
        <p:spPr>
          <a:xfrm>
            <a:off x="3523500" y="5190033"/>
            <a:ext cx="3240000" cy="4320000"/>
          </a:xfrm>
          <a:prstGeom prst="rect">
            <a:avLst/>
          </a:prstGeom>
          <a:solidFill>
            <a:schemeClr val="bg1"/>
          </a:solidFill>
          <a:ln w="76200">
            <a:solidFill>
              <a:srgbClr val="1C4F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C384B468-F723-455E-A44F-98D574854763}"/>
              </a:ext>
            </a:extLst>
          </p:cNvPr>
          <p:cNvSpPr/>
          <p:nvPr/>
        </p:nvSpPr>
        <p:spPr>
          <a:xfrm>
            <a:off x="3523500" y="5190033"/>
            <a:ext cx="3240000" cy="1025965"/>
          </a:xfrm>
          <a:prstGeom prst="rect">
            <a:avLst/>
          </a:prstGeom>
          <a:solidFill>
            <a:srgbClr val="1C4F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65F4625-9457-46DD-BC79-420117B32452}"/>
              </a:ext>
            </a:extLst>
          </p:cNvPr>
          <p:cNvSpPr txBox="1"/>
          <p:nvPr/>
        </p:nvSpPr>
        <p:spPr>
          <a:xfrm>
            <a:off x="3933073" y="5534680"/>
            <a:ext cx="24208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>
                <a:solidFill>
                  <a:schemeClr val="bg1"/>
                </a:solidFill>
              </a:rPr>
              <a:t>&lt;</a:t>
            </a:r>
            <a:r>
              <a:rPr lang="ko-KR" altLang="en-US" b="1" dirty="0">
                <a:solidFill>
                  <a:schemeClr val="bg1"/>
                </a:solidFill>
              </a:rPr>
              <a:t> 업무자동화 세미나 </a:t>
            </a:r>
            <a:r>
              <a:rPr lang="en-US" altLang="ko-KR" b="1" dirty="0">
                <a:solidFill>
                  <a:schemeClr val="bg1"/>
                </a:solidFill>
              </a:rPr>
              <a:t>&gt;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8D74F28-7BDD-425D-9B83-071EA1BA45CB}"/>
              </a:ext>
            </a:extLst>
          </p:cNvPr>
          <p:cNvSpPr txBox="1"/>
          <p:nvPr/>
        </p:nvSpPr>
        <p:spPr>
          <a:xfrm>
            <a:off x="4743391" y="6744915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b="1" dirty="0"/>
              <a:t>소속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34FE5C0-9732-40EC-B5A6-F64976209681}"/>
              </a:ext>
            </a:extLst>
          </p:cNvPr>
          <p:cNvSpPr txBox="1"/>
          <p:nvPr/>
        </p:nvSpPr>
        <p:spPr>
          <a:xfrm>
            <a:off x="3733428" y="7389539"/>
            <a:ext cx="282014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ko-KR" altLang="en-US" sz="6000" b="1" dirty="0"/>
              <a:t>이름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8544BB44-FA15-E566-E992-6D94076E4A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7198" y="3898021"/>
            <a:ext cx="677412" cy="649293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99F52B9-F8D2-0FFB-D45B-4E0CF8C9BF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6198" y="3951635"/>
            <a:ext cx="677412" cy="649293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99F2FB16-4992-342E-AB2A-C2EE9C9B5B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3391" y="8698217"/>
            <a:ext cx="677412" cy="64929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4A1AA20-534A-3DFB-E383-A7233C6984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7197" y="8797747"/>
            <a:ext cx="677412" cy="649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688557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홍보팀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김기동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재무팀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이백만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생산1팀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삼천리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교육팀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동백섬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인사팀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이기자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마케팅1팀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강하늘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경영지원팀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강태공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인사팀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백만원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인사팀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강화랑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마케팅2팀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백장미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생산3팀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유도리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홍보팀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장태백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물류팀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박가을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생산3팀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최고집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생산1팀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이상해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경영지원팀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변두리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품질검사팀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박정민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마케팅2팀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김철수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생산2팀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이영자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인사팀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오  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생산2팀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한  음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노무팀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박도학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생산3팀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김기리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생산2팀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황성공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생산3팀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이억만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생산1팀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최장수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생산3팀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강태팔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생산1팀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마장동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품질검사팀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정찬찬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마케팅1팀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이미래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품질검사팀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서수혁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생산1팀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하감독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</TotalTime>
  <Words>24</Words>
  <Application>Microsoft Office PowerPoint</Application>
  <PresentationFormat>A4 용지(210x297mm)</PresentationFormat>
  <Paragraphs>12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6701</dc:creator>
  <cp:lastModifiedBy>현주 이</cp:lastModifiedBy>
  <cp:revision>7</cp:revision>
  <dcterms:created xsi:type="dcterms:W3CDTF">2021-06-26T07:30:58Z</dcterms:created>
  <dcterms:modified xsi:type="dcterms:W3CDTF">2026-04-10T06:40:31Z</dcterms:modified>
</cp:coreProperties>
</file>